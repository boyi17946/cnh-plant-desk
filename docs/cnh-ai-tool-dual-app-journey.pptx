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both products and be explicit: App 2 GitHub is live; App 2 App Runner is not. App 1 App Runner URL was not available on this VM. Do not invent *.awsapprunner.com hosts. Position the two apps as one learning arc, not two disconnected class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map. Promise we will be factual on deployment status. Time-box App 1 to half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Thesis: App 1 is finance decision-support; App 2 is plant retrieval-augmented diagnosis. Neither moves money nor invents TSB steps. Metrics are product facts, not vanity DAU.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Northstar story in 90 seconds. Stress 'never moves funds.' Quantiles are the AI, not a chatbot. Workshop 1 framed the use case before any 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Decision: keep forecast in Python where pandas is native; keep UI in Next. Cost is two processes locally. That split is the #1 thing we simplified in App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Pause on Ensemble vs LLM. Point at SQLite as a teaching compromise.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still have the Artifact link, paste it in speaker view. We did not recover a hosted Artifact URL from GitHub. Do not fake a claude.site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Workshop 2 is where students get stuck on CORS and venv. Own that. It motivated App 2's single Next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'map of the repo' slide. GitHub tree is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NIST-ish: map, measure, manage. We mapped harm (wrong cash number). We did not claim SOC2.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Biggest architectural bug: App Runner yaml does not run FastAPI. Be humble. App 2 collapses to one service to avoid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the App 1 ServiceUrl from your AWS console, add it on this slide before class. Do not read a fabricated URL. Offer GitHub as the durable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lessons were written into App 2's apprunner.yaml before the second GitHub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feedback operational, not 'users loved it.' Name the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Plant-floor copy, not lorem. Name AF9250-ST4-07 if they want a concrete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App 1 two-box diagram. Optional LLM is a sidecar, not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strongest 'AI as debugger' slide. The 403 origin bug is the punch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GitHub screenshot. Do not claim a second App Runner URL. Offer to complete create-service once aws sts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Narrate the Saturday overtime story. Click faults in the live local preview if desktop is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prompt is a constraint prompt. 'Never invent parts' is more valuable than 'be a senior engineer.'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improvement is operating system, not 'we used more AI.' Single process + health + origin allowlist.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Stay directional on dollars. No fake NPV. Speak in avoided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pressed for ROI, say 'event-based,' not IRR. Retrieval lock is the App 2 risk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honesty and a clear ask: complete AWS login, then the missing screenshots write themselves. Thank faculty. Offer GitHub as the portfolio artifact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4A35A"/>
                </a:solidFill>
                <a:latin typeface="Calibri"/>
              </a:rPr>
              <a:t>INDIANA WESLEYAN  ·  AI PRODUCT STUDIO  ·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From liquidity radar to plant-floor desk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C9D4DC"/>
                </a:solidFill>
                <a:latin typeface="Calibri"/>
              </a:rPr>
              <a:t>A dual-application journey: CashFlow Guardian AI and CNH Plant Desk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14324A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Application #1  ·  CashFlow Guardian AI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13-week liquidity forecast &amp; early warning  ·  Northstar Fabrication demo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B8C5CE"/>
                </a:solidFill>
                <a:latin typeface="Calibri"/>
              </a:rPr>
              <a:t>GitHub  github.com/boyi17946/cashflow-guardian-ai
App Runner   not captured on this workstation (frontend apprunner.yaml, port 3000)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14324A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94760"/>
            <a:ext cx="50292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4A35A"/>
                </a:solidFill>
                <a:latin typeface="Calibri"/>
              </a:rPr>
              <a:t>Application #2  ·  CNH Plant Desk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Fargo combine final + Racine dealer-prep fault desk</a:t>
            </a:r>
          </a:p>
          <a:p>
            <a:pPr>
              <a:spcBef>
                <a:spcPts val="800"/>
              </a:spcBef>
            </a:pPr>
            <a:r>
              <a:rPr sz="1100" b="0">
                <a:solidFill>
                  <a:srgbClr val="B8C5CE"/>
                </a:solidFill>
                <a:latin typeface="Calibri"/>
              </a:rPr>
              <a:t>GitHub  github.com/boyi17946/cnh-plant-desk
Running now  http://127.0.0.1:8080   ·   App Runner URL  not issued (no AWS credentials)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Boyi Ke   ·   GitHub @boyi17946   ·   boyi.ke@myemail.indwes.edu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 — six phases, two products, one operating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2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01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B1F33"/>
                </a:solidFill>
                <a:latin typeface="Calibri"/>
              </a:rPr>
              <a:t>Executive thesis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Problems, solutions, metrics for both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02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B1F33"/>
                </a:solidFill>
                <a:latin typeface="Calibri"/>
              </a:rPr>
              <a:t>App #1 CashFlow Guardian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Workshops 1–4: problem → prototype → test → deploy → iterate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002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03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B1F33"/>
                </a:solidFill>
                <a:latin typeface="Calibri"/>
              </a:rPr>
              <a:t>App #2 CNH Plant Desk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Workshops 5–6: new plant use case, IDE, packaging,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49039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19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04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B1F33"/>
                </a:solidFill>
                <a:latin typeface="Calibri"/>
              </a:rPr>
              <a:t>AI role &amp; lessons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Prompts, tools, what changed between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49039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931919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05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B1F33"/>
                </a:solidFill>
                <a:latin typeface="Calibri"/>
              </a:rPr>
              <a:t>Value / cost-benefit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Who pays, who saves, ROI sketch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49039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931919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06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0B1F33"/>
                </a:solidFill>
                <a:latin typeface="Calibri"/>
              </a:rPr>
              <a:t>Roadmap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What remains for App Runner + next 90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 — two desks, two constraints, one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3  /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1554480" cy="34747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362456"/>
            <a:ext cx="146303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325880"/>
            <a:ext cx="4846320" cy="34747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9112" y="1362456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CashFlow Guardian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325880"/>
            <a:ext cx="4846320" cy="34747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1362456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CNH Plant Desk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73352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78308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Calibri"/>
              </a:rPr>
              <a:t>Problem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1673352"/>
            <a:ext cx="4846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1783080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SMB fabricator flies 13-week cash blind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673352"/>
            <a:ext cx="4846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783080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OEM line uses radio + paper tags for downtime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386584"/>
            <a:ext cx="155448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496312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Calibri"/>
              </a:rPr>
              <a:t>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2386584"/>
            <a:ext cx="484632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2496312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Owner / admin (Maya, Luis demo)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386584"/>
            <a:ext cx="484632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2496312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Operator, tech, supervisor on a tablet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099816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209544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Calibri"/>
              </a:rPr>
              <a:t>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3099816"/>
            <a:ext cx="4846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3209544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P10/P50/P90 ensemble; decision-support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3099816"/>
            <a:ext cx="4846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3209544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Catalog ranker; live models rewrite copy 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813048"/>
            <a:ext cx="155448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922776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Calibri"/>
              </a:rPr>
              <a:t>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3813048"/>
            <a:ext cx="484632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3922776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FastAPI + Next 15 + SQLite demo tenant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12280" y="3813048"/>
            <a:ext cx="484632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3922776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Next 16 full-stack + JSON store + shadcn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526280"/>
            <a:ext cx="155448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636008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Calibri"/>
              </a:rPr>
              <a:t>Ship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65960" y="4526280"/>
            <a:ext cx="4846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4636008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GitHub public; App Runner yaml (port 3000)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12280" y="4526280"/>
            <a:ext cx="48463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4636008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GitHub public; local 8080; App Runner blocked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239512"/>
            <a:ext cx="155448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349240"/>
            <a:ext cx="13898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1F33"/>
                </a:solidFill>
                <a:latin typeface="Calibri"/>
              </a:rPr>
              <a:t>Key metric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65960" y="5239512"/>
            <a:ext cx="484632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5349240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40 weeks seeded txns; 13-week horizon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12280" y="5239512"/>
            <a:ext cx="4846320" cy="713232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349240"/>
            <a:ext cx="46817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6 assets, 5 open faults, TSB+SKU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1–2  ·  WORKSHOP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The 13-week cash problem — and where AI is allowed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4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Calibri"/>
              </a:rPr>
              <a:t>Problem statement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Northstar-class job shops plan payroll, steel, and tooling on a 13-week cash horizon they cannot see.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Spreadsheets lag; QuickBooks is a rear-view mirror; owners discover a cash hole after it is already a crisis.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Concentration (one customer / one SKU) and seasonal lumps are invisible until the check bounces.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AI use case: ensemble forecast + alerts + what-if — never auto-transfer, never auto-lend.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6304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F6F"/>
                </a:solidFill>
                <a:latin typeface="Calibri"/>
              </a:rPr>
              <a:t>Workshop 1 — AI use case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Inputs: 40 weeks of seeded transactions (CSV append-only snapshots).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Model: seasonal naive + exponential smoothing + residual quantiles → P10 / P50 / P90.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Outputs: runway, threshold, concentration alerts; scenario vs cash-minimum; audit log.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Guardrail: labeled decision-support only. Demo tenant: maya@ / luis@ northstar.demo.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Out of MVP: QBO OAuth, Azure Service Bus, Azure ML registry.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Technology choices — why a split stack, not a monolith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5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60020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Next.js 15  ·  App Router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Owner-facing web: forecast chart, alerts, import, scenarios, audit, settings.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60020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FastAPI  ·  Python 3.10+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Forecast math in pandas/numpy; OpenAPI at /docs; uvicorn :8000.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60020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SQLite + seed tenant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Local isolation; Northstar Fabrication LLC preloaded. Not production multi-tenant 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49039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977639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Amplify.yml + App Runner yaml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Frontend can ship to Amplify or App Runner (nodejs22, npm start, port 3000).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749039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3977639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Auth in-app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Email/password demo users. Tenant isolation in the API — required for cash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749039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977639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No live LLM in the critical path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Ensemble is classical time-series. Avoids hallucinated cash numbers.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Architecture — request path for a 13-week forecast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6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2103120" cy="123444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01952"/>
            <a:ext cx="19568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Browser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Next.js :3000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828800"/>
            <a:ext cx="2286000" cy="1234440"/>
          </a:xfrm>
          <a:prstGeom prst="roundRect">
            <a:avLst>
              <a:gd name="adj" fmla="val 10000"/>
            </a:avLst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901952"/>
            <a:ext cx="213969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App shell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Auth + tenant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828800"/>
            <a:ext cx="2377440" cy="123444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1901952"/>
            <a:ext cx="223113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:8000  /forecast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383280" cy="868680"/>
          </a:xfrm>
          <a:prstGeom prst="roundRect">
            <a:avLst>
              <a:gd name="adj" fmla="val 10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490472"/>
            <a:ext cx="32369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Ensemble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naive + ETS + residuals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468880"/>
            <a:ext cx="3383280" cy="868680"/>
          </a:xfrm>
          <a:prstGeom prst="roundRect">
            <a:avLst>
              <a:gd name="adj" fmla="val 10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542032"/>
            <a:ext cx="323697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SQLite seed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40 weeks  ·  Northstar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9476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867912"/>
            <a:ext cx="3419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CSV import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append-only snapshots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79476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33672" y="3867912"/>
            <a:ext cx="341985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Alerts / scenarios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threshold · runway · what-if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3794760"/>
            <a:ext cx="3703320" cy="1097280"/>
          </a:xfrm>
          <a:prstGeom prst="roundRect">
            <a:avLst>
              <a:gd name="adj" fmla="val 10000"/>
            </a:avLst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3867912"/>
            <a:ext cx="355701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Audit + export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CSV forecast  · 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120640"/>
            <a:ext cx="11338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770"/>
                </a:solidFill>
                <a:latin typeface="Calibri"/>
              </a:rPr>
              <a:t>Money never leaves the box. Production extras (QBO OAuth, Service Bus, Azure ML) stay off the critical path so the MVP boots without secrets.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3  ·  WORKSHOP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Claude Artifacts — cheap screens before expensive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7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1A1A1A"/>
                </a:solidFill>
                <a:latin typeface="Calibri"/>
              </a:rPr>
              <a:t>•  Workshop 1 asked for a clickable Artifact: login, 13-week fan chart, alert list, what-if slider — no database.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Prompt pattern: 'You are designing a CFO tablet for a 40-person fabricator. Show P10/P50/P90. Never imply the app wires money.'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What the Artifact was good for: information architecture, copy ('decision-support only'), empty/error states.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What it was bad for: pandas ensemble, tenant isolation, CSV snapshot semantics, App Runner.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Exit criterion: stakeholders could narrate the Friday cash meeting on the Artifact before any git init.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Handoff artifact → IDE: freeze routes (/app/forecast, /app/alerts, /app/scenarios, /app/import, /app/audit).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3  ·  WORKSHOP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IDE migration — two terminals, one demo tenant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8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71600"/>
            <a:ext cx="557784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2120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Local development contract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Terminal A: uvicorn app.main:app --reload --port 8000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Terminal B: npm run dev in frontend → :3000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Demo: maya@northstar.demo / demo123 (Owner)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API docs: http://localhost:8000/docs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Repo: github.com/boyi17946/cashflow-guardian-ai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Created 14 Sep 2026 — first public product repo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1206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Calibri"/>
              </a:rPr>
              <a:t>What broke in translation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CORS between :3000 and :8000 had to be explicit.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Chart library vs Artifact SVG — rebuild ForecastChart.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Seed script vs 'hardcoded demo rows' in the Artifact.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Auth cookie vs Artifact's fake login toggle.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Lesson for App 2: one process, one port, one runtime.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Technical architecture — modules that actually shipped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9  /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109728" cy="65836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32588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990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frontend/src/app/app/*   —   Pages: home, forecast, alerts, import, scenarios, audit, settings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03120"/>
            <a:ext cx="109728" cy="65836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7627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AppShell.tsx   —   Authenticated chrome; role Owner vs Admin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880360"/>
            <a:ext cx="109728" cy="65836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5351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lib/api.ts   —   Typed client to FastAPI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109728" cy="65836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73075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backend/app/forecast.py   —   weekly_series, seasonal naive, ETS, residual quantiles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434840"/>
            <a:ext cx="109728" cy="65836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50799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backend/app/auth.py + db.py   —   Tenant-scoped sessions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212080"/>
            <a:ext cx="109728" cy="658368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212080"/>
            <a:ext cx="110642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85232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backend/app/seed.py   —   Northstar 40-week history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Responsible AI, testing, and security — cash is not a toy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10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08760"/>
            <a:ext cx="3337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Responsible AI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Decision-support disclaimer in README and UI.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No autonomous payment or credit decision.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P10/P90 shown as bands, not 'the number.'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Audit log for who ran what scenario.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508760"/>
            <a:ext cx="3337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Testing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Seeded Northstar tenant as fixture.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OpenAPI manual checks at /docs.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Forecast fails closed on empty txn list.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Role checks: Owner vs Admin demo users.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7033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08760"/>
            <a:ext cx="3337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Security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Passwords only in demo tenant.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Tenant isolation on API queries.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Append-only CSV snapshots (no silent rewrite).</a:t>
            </a:r>
          </a:p>
          <a:p>
            <a:pPr>
              <a:spcBef>
                <a:spcPts val="12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Secrets not required to boot locally.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Bugs found and fixed — testing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11  /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78892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2651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280160"/>
            <a:ext cx="443484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25880"/>
            <a:ext cx="4297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280160"/>
            <a:ext cx="402336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1325880"/>
            <a:ext cx="3886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Fix /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91640"/>
            <a:ext cx="2788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28800"/>
            <a:ext cx="2624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CORS / mixed 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691640"/>
            <a:ext cx="4434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1828800"/>
            <a:ext cx="4270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Frontend :3000 could not call API :8000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1691640"/>
            <a:ext cx="4023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19" y="1828800"/>
            <a:ext cx="3858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Explicit CORS origins in FastAPI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560320"/>
            <a:ext cx="2788920" cy="822960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697480"/>
            <a:ext cx="2624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Empty 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560320"/>
            <a:ext cx="4434840" cy="822960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697480"/>
            <a:ext cx="4270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Ensemble crashed on zero transactions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2560320"/>
            <a:ext cx="4023360" cy="822960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2697480"/>
            <a:ext cx="3858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ValueError path; UI empty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429000"/>
            <a:ext cx="2788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66160"/>
            <a:ext cx="2624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Season &lt; 13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3429000"/>
            <a:ext cx="4434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3566160"/>
            <a:ext cx="4270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Naive tiled a short pattern badly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3429000"/>
            <a:ext cx="4023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19" y="3566160"/>
            <a:ext cx="3858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Fallback to last observation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297679"/>
            <a:ext cx="2788920" cy="822960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434839"/>
            <a:ext cx="2624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Demo credentials in git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4297679"/>
            <a:ext cx="4434840" cy="822960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4434839"/>
            <a:ext cx="4270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README documents maya@ / demo123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26679" y="4297679"/>
            <a:ext cx="4023360" cy="822960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19" y="4434839"/>
            <a:ext cx="3858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Accepted for demo; not for prod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166360"/>
            <a:ext cx="278892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303520"/>
            <a:ext cx="26243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Two-service deploy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5166360"/>
            <a:ext cx="44348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5303520"/>
            <a:ext cx="42702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App Runner yaml only covers frontend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26679" y="5166360"/>
            <a:ext cx="40233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19" y="5303520"/>
            <a:ext cx="3858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Documented; backend still local/MVP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5  ·  WORKSHOP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AWS App Runner — intended path for CashFlow Guardian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12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1A1A1A"/>
                </a:solidFill>
                <a:latin typeface="Calibri"/>
              </a:rPr>
              <a:t>•  frontend/apprunner.yaml: runtime nodejs22; build npm ci &amp;&amp; npm run build; start npm start; port 3000.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amplify.yml also present (appRoot: frontend) — a parallel hosting option used in class.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Live App Runner URL: not stored on this workstation and not set as GitHub homepageUrl.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Demo link we can stand behind: GitHub repo + local http://localhost:3000 with API on :8000.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Challenge: two processes. App Runner as configured hosts the Next UI, not the forecast API.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If Workshop 3 produced a ServiceUrl, paste it here before presenting: https://____.awsapprunner.com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Deployment challenges — first time through App Runner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13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98448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0817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Health vs start command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Need a probe that does not require the API if only the frontend is hosted.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31136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4086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Build vs start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npm ci in production omits devDependencies; Next build needs them unless they are moved.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163824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Port mismatch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Local 3000 vs App Runner 8080 on later apps — CashFlow yaml pins 3000.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096512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Secrets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MVP boots without QBO/Azure keys; that was a feature.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29200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38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Console evidence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Need both services Running in one screenshot — App 2 never reached that state.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#1  ·  PHASE 6  ·  WORKSHOP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User feedback and what we actually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14  /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solidFill>
                  <a:srgbClr val="1A1A1A"/>
                </a:solidFill>
                <a:latin typeface="Calibri"/>
              </a:rPr>
              <a:t>•  Owner: 'Don't make me trust one number.' → fan chart P10/P50/P90 stayed first-class.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Admin: 'I need a paper trail if I change a scenario.' → audit log + CSV export.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Faculty: 'It must not look like it wires the bank.' → README + UI decision-support copy.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Self: two-terminal DX is fragile for a plant or a CFO on a tablet → App 2 is one Next server.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1A1A1A"/>
                </a:solidFill>
                <a:latin typeface="Calibri"/>
              </a:rPr>
              <a:t>•  Backlog not done: QBO live connect, Azure ML registry, true multi-tenant 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#2  ·  WORKSHOP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New problem — downtime is still radio and a paper tag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15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113385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Calibri"/>
              </a:rPr>
              <a:t>Problem statement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CNH-shaped OEM: Fargo Axial-Flow combine final assembly and Racine CASE dealer-prep. When a feeder house knocks or a boom rod weeps, the station goes to E-stop and the story travels by radio. Techs rummage TSBs and crib bins. Supervisors hand off on paper. This is not a CMMS — it is a tablet desk.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65760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794760"/>
            <a:ext cx="3246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Operator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Log asset, symptom, optional photo. No desktop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65760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794760"/>
            <a:ext cx="3246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Technician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Ranked failure modes + confidence, TSB steps, BOM SKUs → work order.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657600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794760"/>
            <a:ext cx="3246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Supervisor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Live shift board; trusted changeover handoff.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#2  · 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Architecture — one Next.js process, plant knowledge stays 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16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2286000" cy="128016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27632"/>
            <a:ext cx="21396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Tablet UI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plant-shell  ·  shadcn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554480"/>
            <a:ext cx="2468880" cy="1280160"/>
          </a:xfrm>
          <a:prstGeom prst="roundRect">
            <a:avLst>
              <a:gd name="adj" fmla="val 10000"/>
            </a:avLst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627632"/>
            <a:ext cx="23225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Route Handlers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faults · WO · handoff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554480"/>
            <a:ext cx="2468880" cy="1280160"/>
          </a:xfrm>
          <a:prstGeom prst="roundRect">
            <a:avLst>
              <a:gd name="adj" fmla="val 10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627632"/>
            <a:ext cx="232257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Catalog AI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rank + confidence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554480"/>
            <a:ext cx="3291840" cy="1280160"/>
          </a:xfrm>
          <a:prstGeom prst="roundRect">
            <a:avLst>
              <a:gd name="adj" fmla="val 10000"/>
            </a:avLst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627632"/>
            <a:ext cx="31455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knowledge.ts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TSB steps + SKUs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00400"/>
            <a:ext cx="3657600" cy="1143000"/>
          </a:xfrm>
          <a:prstGeom prst="roundRect">
            <a:avLst>
              <a:gd name="adj" fmla="val 10000"/>
            </a:avLst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273552"/>
            <a:ext cx="351129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.data/plant-store.json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assets · faults · jobs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200400"/>
            <a:ext cx="3657600" cy="1143000"/>
          </a:xfrm>
          <a:prstGeom prst="roundRect">
            <a:avLst>
              <a:gd name="adj" fmla="val 10000"/>
            </a:avLst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273552"/>
            <a:ext cx="351129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public/uploads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operator photos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200400"/>
            <a:ext cx="3474720" cy="1143000"/>
          </a:xfrm>
          <a:prstGeom prst="roundRect">
            <a:avLst>
              <a:gd name="adj" fmla="val 10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3273552"/>
            <a:ext cx="3328416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Optional LLM</a:t>
            </a:r>
          </a:p>
          <a:p>
            <a:pPr algn="ctr">
              <a:spcBef>
                <a:spcPts val="400"/>
              </a:spcBef>
            </a:pPr>
            <a:r>
              <a:rPr sz="900" b="0">
                <a:solidFill>
                  <a:srgbClr val="E8EEF2"/>
                </a:solidFill>
                <a:latin typeface="Calibri"/>
              </a:rPr>
              <a:t>copy rewrite · 2.2s timeout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61772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Routes: /  /faults  /work-orders  /library  /handoff     Health: GET /api/health (no store, no model, no DB).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5C6770"/>
                </a:solidFill>
                <a:latin typeface="Calibri"/>
              </a:rPr>
              <a:t>Live models never generate procedures or SKUs. Missing OPENAI/ANTHROPIC keys is a normal boot.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#2  · 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we knew the desk worked — and what broke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17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5212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6F6F"/>
                </a:solidFill>
                <a:latin typeface="Calibri"/>
              </a:rPr>
              <a:t>Results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tsc + eslint clean after SSR refactor.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API: health, dashboard, diagnose (L220 weep → TSB-CASE-PDI-118 @ 0.97), WO, handoff, seed reset.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Browser pass after allowedDevOrigins: seed reset, fault+rank, WO status, library tabs, handoff post.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npm run build + npm start on :8080; CSS/JS 200.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2318"/>
                </a:solidFill>
                <a:latin typeface="Calibri"/>
              </a:rPr>
              <a:t>Bugs AI found/fixed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SSR skeleton forever: client fetch + Turbopack HMR.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Fix: server-render store payloads; skip abort-on-unmount.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Clicks focused but dead: Next 16 403 on /_next from 127.0.0.1.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Fix: allowedDevOrigins ['127.0.0.1','localhost'].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next start unsupported with standalone → node server.js.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#2  ·  WORKSHOP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GitHub is live. App Runner is packaged — not yet public.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18  /  24</a:t>
            </a:r>
          </a:p>
        </p:txBody>
      </p:sp>
      <p:pic>
        <p:nvPicPr>
          <p:cNvPr id="10" name="Picture 9" descr="github-cnh-plant-de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62356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132588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1A1A1A"/>
                </a:solidFill>
                <a:latin typeface="Calibri"/>
              </a:rPr>
              <a:t>•  Repo: github.com/boyi17946/cnh-plant-desk (public, main).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Separate from cashflow-guardian-ai.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apprunner.yaml: nodejs22, npm ci --include=dev, npm run build, npm start, port 8080, health /api/health.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Instance target: 0.25 vCPU / 1 GB; AutoDeploymentsEnabled: true.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Blocker: AWS NoCredentials after SSO device code expired.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1A1A1A"/>
                </a:solidFill>
                <a:latin typeface="Calibri"/>
              </a:rPr>
              <a:t>•  Live demo today: http://127.0.0.1:8080 — not an App Runner host.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APP #2  · 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operators actually see — local production preview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19  /  24</a:t>
            </a:r>
          </a:p>
        </p:txBody>
      </p:sp>
      <p:pic>
        <p:nvPicPr>
          <p:cNvPr id="10" name="Picture 9" descr="plant-desk-local-8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589520" cy="4937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132588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Shift board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KPIs: down / hold / open faults / live jobs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Stations: AF9250, CX210D, L220…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Handoff strip on the board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Feedback: techs want ranked modes in a sheet, not a PDF binder — that is the diagnosis panel.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Demo link: http://127.0.0.1:8080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AI'S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Prompts and tools that actually moved the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20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create-next-app + shadcn CLI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Official scaffold into a subdir, then move — avoided the /workspace parent-writable false positive.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4028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Grounded ranker prompt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'Rewrite copy only. Return JSON array. Do not invent SKUs or steps.' — encoded in ai.ts.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20040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101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Browser agent as QA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Caught infinite skeleton and dead clicks; we would have shipped a frozen desk.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16052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702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gh repo create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Second GitHub repo in one command once device login completed.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12064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30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Honest evidence prompts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Refused to fabricate App Runner URLs/screenshots for the assignment packet.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changed between App #1 and App #2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21  /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98448"/>
            <a:ext cx="2194560" cy="34747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344168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298448"/>
            <a:ext cx="4480560" cy="34747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34416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App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1298448"/>
            <a:ext cx="4480560" cy="34747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1344168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App #2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645920"/>
            <a:ext cx="2194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10512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Runtime topology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1645920"/>
            <a:ext cx="4480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1810512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Next + FastAPI, two 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1645920"/>
            <a:ext cx="4480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810512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One Next server, Route Handlers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395728"/>
            <a:ext cx="2194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560320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AI in the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395728"/>
            <a:ext cx="4480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7480" y="2560320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Classical ensemble (no LLM)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395728"/>
            <a:ext cx="4480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2560320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Catalog first; LLM optional copy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145536"/>
            <a:ext cx="2194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310128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Deploy contract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145536"/>
            <a:ext cx="4480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97480" y="3310128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App Runner yaml port 3000; Amplify too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3145536"/>
            <a:ext cx="4480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3310128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yaml+JSON+Docker; standalone start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895344"/>
            <a:ext cx="2194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059936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Health probe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895344"/>
            <a:ext cx="4480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80" y="4059936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Not first-class in yaml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3895344"/>
            <a:ext cx="4480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78040" y="4059936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GET /api/health, no I/O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645151"/>
            <a:ext cx="2194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809743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Evidence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6040" y="4645151"/>
            <a:ext cx="4480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97480" y="4809743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README-centric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4645151"/>
            <a:ext cx="4480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4809743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GitHub + labeled local screenshots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394959"/>
            <a:ext cx="2194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559551"/>
            <a:ext cx="20482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I'd do differently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06040" y="5394959"/>
            <a:ext cx="4480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7480" y="5559551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Host API with the UI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86600" y="5394959"/>
            <a:ext cx="4480560" cy="749808"/>
          </a:xfrm>
          <a:prstGeom prst="rect">
            <a:avLst/>
          </a:prstGeom>
          <a:solidFill>
            <a:srgbClr val="EAE4D8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78040" y="5559551"/>
            <a:ext cx="43342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Finish AWS login before Workshop 6 demo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Who benefits — and what pain we take off the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22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52120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CashFlow Guardian — SMB finance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Avoid one missed payroll or steel prepay: tens to hundreds of $k for a 40-person shop.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Owner time: Friday cash meeting from 2 hours of Excel to 15 minutes of bands + alerts.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Lender conversation: exportable 13-week view with audit trail.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Not a bank. Value is earlier warning, not cheaper capital.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53212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CNH Plant Desk — OEM operations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Combine final: minutes of station-4 E-stop are measured in units/day, not tickets.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Dealer-prep: L220 boom weep before a 15:00 dealer truck is a lost PDI, not a Jira.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Ranked TSB + SKU cuts crib-walk time; paper tag is the baseline.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•  Not SAP PM. Value is mean-time-to-first-wrench.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4A35A"/>
                </a:solidFill>
                <a:latin typeface="Calibri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8404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Cost / benefit sketch — directional, not a banker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47104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Boyi Ke  |  Dual-application journey  |  Indiana Wesleyan  |  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47104"/>
            <a:ext cx="1371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C4A35A"/>
                </a:solidFill>
                <a:latin typeface="Calibri"/>
              </a:rPr>
              <a:t>23  /  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356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Build cost (class)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App 1: Two student + AI sprints    ·    App 2: Same, with reused App Runner pattern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258568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68296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Run cost (target)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App 1: App Runner 0.25–1 vCPU class    ·    App 2: 0.25 vCPU / 1 GB yaml; ephemeral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191256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00984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Benefit (order of mag.)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App 1: One avoided cash crunch    ·    App 2: One avoided missed PDI / station-hour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123944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336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Payback logic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If the desk prevents one event/year, software cost is rounding error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56632"/>
            <a:ext cx="113385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66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Risk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C6770"/>
                </a:solidFill>
                <a:latin typeface="Calibri"/>
              </a:rPr>
              <a:t>App 1: Wrong forecast → bad buy    ·    App 2: Hallucinated TSB → mitigated by retrieval lock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Roadmap — and the links we can stand behind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C4A35A"/>
                </a:solidFill>
                <a:latin typeface="Calibri"/>
              </a:rPr>
              <a:t>90 days: AWS session → App Runner create-service → both Running in one console shot.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App #1 CashFlow Guardian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D0DAE0"/>
                </a:solidFill>
                <a:latin typeface="Calibri"/>
              </a:rPr>
              <a:t>github.com/boyi17946/cashflow-guardian-ai
Local demo  localhost:3000 + API :8000
App Runner URL  add from console if you have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App #2 CNH Plant Desk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D0DAE0"/>
                </a:solidFill>
                <a:latin typeface="Calibri"/>
              </a:rPr>
              <a:t>github.com/boyi17946/cnh-plant-desk
Local production  http://127.0.0.1:8080
App Runner  packaged, not public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A35A"/>
                </a:solidFill>
                <a:latin typeface="Calibri"/>
              </a:rPr>
              <a:t>Next technical moves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D0DAE0"/>
                </a:solidFill>
                <a:latin typeface="Calibri"/>
              </a:rPr>
              <a:t>RDS+S3 for plant store  ·  QBO for cash  ·  App Runner GitHub connection  ·  dual-service screenshot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